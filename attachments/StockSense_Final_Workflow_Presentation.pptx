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5DA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E8AA4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WORKFLOW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StockSense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Requirements, Design &amp; Workflow — Consolidated Review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3108960"/>
            <a:ext cx="1463040" cy="1463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484632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2305C"/>
          </a:solidFill>
          <a:ln w="12700">
            <a:solidFill>
              <a:srgbClr val="145D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0109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Nihal Jain (IU2341230543)   •   Tanay Jain (IU2341230541)   •   Hikash Kumar Maheshwari (IU2341230522)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5468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Prof. Anjali Chopra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103120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34440" y="1874520"/>
            <a:ext cx="731520" cy="731520"/>
          </a:xfrm>
          <a:prstGeom prst="ellipse">
            <a:avLst/>
          </a:prstGeom>
          <a:solidFill>
            <a:srgbClr val="E9F1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0299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16642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37033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52928" y="1554480"/>
            <a:ext cx="2103120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8728" y="1874520"/>
            <a:ext cx="731520" cy="731520"/>
          </a:xfrm>
          <a:prstGeom prst="ellipse">
            <a:avLst/>
          </a:prstGeom>
          <a:solidFill>
            <a:srgbClr val="E9F1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02996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62656" y="16642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90088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990088" y="37033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 &amp; research gap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157216" y="1554480"/>
            <a:ext cx="2103120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843016" y="1874520"/>
            <a:ext cx="731520" cy="731520"/>
          </a:xfrm>
          <a:prstGeom prst="ellipse">
            <a:avLst/>
          </a:prstGeom>
          <a:solidFill>
            <a:srgbClr val="E9F1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4" y="202996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66944" y="16642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294376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294376" y="37033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workflow of the system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461504" y="1554480"/>
            <a:ext cx="2103120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147304" y="1874520"/>
            <a:ext cx="731520" cy="731520"/>
          </a:xfrm>
          <a:prstGeom prst="ellipse">
            <a:avLst/>
          </a:prstGeom>
          <a:solidFill>
            <a:srgbClr val="E9F1F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2029968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71232" y="16642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598664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598664" y="37033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key interactions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9765792" y="1554480"/>
            <a:ext cx="2103120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0451592" y="1874520"/>
            <a:ext cx="731520" cy="731520"/>
          </a:xfrm>
          <a:prstGeom prst="ellipse">
            <a:avLst/>
          </a:prstGeom>
          <a:solidFill>
            <a:srgbClr val="E9F1F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2029968"/>
            <a:ext cx="420624" cy="4206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875520" y="16642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9902952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Ahead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9902952" y="37033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milestones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Analysis — Snapshot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37360"/>
            <a:ext cx="411480" cy="411480"/>
          </a:xfrm>
          <a:prstGeom prst="ellipse">
            <a:avLst/>
          </a:prstGeom>
          <a:solidFill>
            <a:srgbClr val="145DA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1965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7276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Access Management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login, role-based access for Owner &amp; Admin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578608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852928"/>
            <a:ext cx="411480" cy="411480"/>
          </a:xfrm>
          <a:prstGeom prst="ellipse">
            <a:avLst/>
          </a:prstGeom>
          <a:solidFill>
            <a:srgbClr val="145DA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935224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68833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371600" y="303580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sales/stock data, manage product catalog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694176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968496"/>
            <a:ext cx="411480" cy="411480"/>
          </a:xfrm>
          <a:prstGeom prst="ellipse">
            <a:avLst/>
          </a:prstGeom>
          <a:solidFill>
            <a:srgbClr val="145DA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050792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803904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Alerts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371600" y="4151376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shortage prediction, configurable alerts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809744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5084064"/>
            <a:ext cx="411480" cy="411480"/>
          </a:xfrm>
          <a:prstGeom prst="ellipse">
            <a:avLst/>
          </a:prstGeom>
          <a:solidFill>
            <a:srgbClr val="145DA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5166360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491947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Reporting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1371600" y="526694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stock status, trend charts, exportable reports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178040" y="146304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0B244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7452360" y="1691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Non-Functional Requirements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452360" y="224028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near real-time predictions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intuitive dashboard UI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 &amp; data storage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more products/users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maintainable codebase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accessibility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834640" cy="566928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508760"/>
            <a:ext cx="3977640" cy="566928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150876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60920" y="1508760"/>
            <a:ext cx="4251960" cy="566928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8" name="Text 6"/>
          <p:cNvSpPr/>
          <p:nvPr/>
        </p:nvSpPr>
        <p:spPr>
          <a:xfrm>
            <a:off x="7452360" y="150876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75688"/>
            <a:ext cx="2834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756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/ Rule-Based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2075688"/>
            <a:ext cx="3977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07568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low resource use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60920" y="2075688"/>
            <a:ext cx="4251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207568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adaptability to demand shifts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42616"/>
            <a:ext cx="2834640" cy="566928"/>
          </a:xfrm>
          <a:prstGeom prst="rect">
            <a:avLst/>
          </a:prstGeom>
          <a:solidFill>
            <a:srgbClr val="EDF2F9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426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(ARIMA, etc.)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83280" y="2642616"/>
            <a:ext cx="3977640" cy="566928"/>
          </a:xfrm>
          <a:prstGeom prst="rect">
            <a:avLst/>
          </a:prstGeom>
          <a:solidFill>
            <a:srgbClr val="EDF2F9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64261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moderate data need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60920" y="2642616"/>
            <a:ext cx="4251960" cy="566928"/>
          </a:xfrm>
          <a:prstGeom prst="rect">
            <a:avLst/>
          </a:prstGeom>
          <a:solidFill>
            <a:srgbClr val="EDF2F9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2642616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sparse/irregular data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209544"/>
            <a:ext cx="2834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0954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(RF, GB)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83280" y="3209544"/>
            <a:ext cx="3977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320954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Multi-feature, good accuracy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60920" y="3209544"/>
            <a:ext cx="4251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3209544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feature engineering effort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776472"/>
            <a:ext cx="2834640" cy="566928"/>
          </a:xfrm>
          <a:prstGeom prst="rect">
            <a:avLst/>
          </a:prstGeom>
          <a:solidFill>
            <a:srgbClr val="EDF2F9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7764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(LSTM)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83280" y="3776472"/>
            <a:ext cx="3977640" cy="566928"/>
          </a:xfrm>
          <a:prstGeom prst="rect">
            <a:avLst/>
          </a:prstGeom>
          <a:solidFill>
            <a:srgbClr val="EDF2F9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77647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at scale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360920" y="3776472"/>
            <a:ext cx="4251960" cy="566928"/>
          </a:xfrm>
          <a:prstGeom prst="rect">
            <a:avLst/>
          </a:prstGeom>
          <a:solidFill>
            <a:srgbClr val="EDF2F9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377647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large data &amp; compute — impractical here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343400"/>
            <a:ext cx="2834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343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Apps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383280" y="4343400"/>
            <a:ext cx="3977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434340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Ready-to-use interfaces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360920" y="4343400"/>
            <a:ext cx="4251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2360" y="434340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Threshold-based, not predictive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513892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45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Small businesses need lightweight, data-efficient prediction — not just static threshold alerts.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377440" y="3154680"/>
            <a:ext cx="480060" cy="0"/>
          </a:xfrm>
          <a:prstGeom prst="line">
            <a:avLst/>
          </a:prstGeom>
          <a:noFill/>
          <a:ln w="25400">
            <a:solidFill>
              <a:srgbClr val="AFC3DA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548640" y="22860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0B244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5146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3200400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86300" y="3154680"/>
            <a:ext cx="480060" cy="0"/>
          </a:xfrm>
          <a:prstGeom prst="line">
            <a:avLst/>
          </a:prstGeom>
          <a:noFill/>
          <a:ln w="25400">
            <a:solidFill>
              <a:srgbClr val="AFC3DA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857500" y="22860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145DA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25146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30652" y="3200400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995160" y="3154680"/>
            <a:ext cx="480060" cy="0"/>
          </a:xfrm>
          <a:prstGeom prst="line">
            <a:avLst/>
          </a:prstGeom>
          <a:noFill/>
          <a:ln w="25400">
            <a:solidFill>
              <a:srgbClr val="AFC3DA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166360" y="22860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145DA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5146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39512" y="3200400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(ML)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9304020" y="3154680"/>
            <a:ext cx="480060" cy="0"/>
          </a:xfrm>
          <a:prstGeom prst="line">
            <a:avLst/>
          </a:prstGeom>
          <a:noFill/>
          <a:ln w="25400">
            <a:solidFill>
              <a:srgbClr val="AFC3DA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7475220" y="22860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E8AA4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251460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48372" y="3200400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Owner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9784080" y="22860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0B244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251460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857232" y="3200400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48640" y="44805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loop: data flows from the store through preprocessing and the ML model to generate alerts, which the owner acts on — restocking updates the data for the next cycle.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pic>
        <p:nvPicPr>
          <p:cNvPr id="3" name="Image 0" descr="/home/claude/diagrams/syste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666" y="868680"/>
            <a:ext cx="9105619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600" dirty="0"/>
          </a:p>
        </p:txBody>
      </p:sp>
      <p:pic>
        <p:nvPicPr>
          <p:cNvPr id="3" name="Image 0" descr="/home/claude/diagrams/use_cas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666" y="868680"/>
            <a:ext cx="9105619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Ahead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3017520"/>
            <a:ext cx="10515600" cy="0"/>
          </a:xfrm>
          <a:prstGeom prst="line">
            <a:avLst/>
          </a:prstGeom>
          <a:noFill/>
          <a:ln w="31750">
            <a:solidFill>
              <a:srgbClr val="145D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2852928"/>
            <a:ext cx="329184" cy="329184"/>
          </a:xfrm>
          <a:prstGeom prst="ellipse">
            <a:avLst/>
          </a:prstGeom>
          <a:solidFill>
            <a:srgbClr val="E8AA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-137160" y="3337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Study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87268" y="2852928"/>
            <a:ext cx="329184" cy="329184"/>
          </a:xfrm>
          <a:prstGeom prst="ellipse">
            <a:avLst/>
          </a:prstGeom>
          <a:solidFill>
            <a:srgbClr val="145D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87268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91740" y="3337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16168" y="2852928"/>
            <a:ext cx="329184" cy="329184"/>
          </a:xfrm>
          <a:prstGeom prst="ellipse">
            <a:avLst/>
          </a:prstGeom>
          <a:solidFill>
            <a:srgbClr val="E8AA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6168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3337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545068" y="2852928"/>
            <a:ext cx="329184" cy="329184"/>
          </a:xfrm>
          <a:prstGeom prst="ellipse">
            <a:avLst/>
          </a:prstGeom>
          <a:solidFill>
            <a:srgbClr val="145D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5068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49540" y="3337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Integration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1173968" y="2852928"/>
            <a:ext cx="329184" cy="329184"/>
          </a:xfrm>
          <a:prstGeom prst="ellipse">
            <a:avLst/>
          </a:prstGeom>
          <a:solidFill>
            <a:srgbClr val="E8AA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73968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78440" y="3337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Final Review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7280" y="45720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analysis, literature review, and system design are complete. Next: data collection, model development, and full system integration.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5DA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E8AA42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16" y="914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0" y="26060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StockSense — AI-Powered Inventory Shortage Predictor for Small Businesses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65676" y="3383280"/>
            <a:ext cx="3657600" cy="0"/>
          </a:xfrm>
          <a:prstGeom prst="line">
            <a:avLst/>
          </a:prstGeom>
          <a:noFill/>
          <a:ln w="12700">
            <a:solidFill>
              <a:srgbClr val="2E4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657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Nihal Jain (IU2341230543)   •   Tanay Jain (IU2341230541)   •   Hikash Kumar Maheshwari (IU2341230522)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Prof. Anjali Chopra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StockSense - System Workflow Presentation</dc:title>
  <dc:subject>PptxGenJS Presentation</dc:subject>
  <dc:creator>Nihal Jain, Tanay Jain, Hikash Kumar Maheshwari</dc:creator>
  <cp:lastModifiedBy>Nihal Jain, Tanay Jain, Hikash Kumar Maheshwari</cp:lastModifiedBy>
  <cp:revision>1</cp:revision>
  <dcterms:created xsi:type="dcterms:W3CDTF">2026-07-26T11:56:57Z</dcterms:created>
  <dcterms:modified xsi:type="dcterms:W3CDTF">2026-07-26T11:56:57Z</dcterms:modified>
</cp:coreProperties>
</file>