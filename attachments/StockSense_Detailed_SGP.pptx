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3017520"/>
            <a:ext cx="3108960" cy="3108960"/>
          </a:xfrm>
          <a:prstGeom prst="ellipse">
            <a:avLst/>
          </a:prstGeom>
          <a:solidFill>
            <a:srgbClr val="162540">
              <a:alpha val="65000"/>
            </a:srgbClr>
          </a:solidFill>
          <a:ln w="12700">
            <a:solidFill>
              <a:srgbClr val="16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457200"/>
            <a:ext cx="2011680" cy="2011680"/>
          </a:xfrm>
          <a:prstGeom prst="ellipse">
            <a:avLst/>
          </a:prstGeom>
          <a:solidFill>
            <a:srgbClr val="162540">
              <a:alpha val="60000"/>
            </a:srgbClr>
          </a:solidFill>
          <a:ln w="12700">
            <a:solidFill>
              <a:srgbClr val="16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E8A020"/>
                </a:solidFill>
              </a:rPr>
              <a:t>B.TECH MAJOR PROJECT  •  FIRST PRESENTATION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566928"/>
            <a:ext cx="100584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StockSense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1480" y="160934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</a:rPr>
              <a:t>AI-Powered Inventory Shortage Predictor for Small Businesses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99BB"/>
                </a:solidFill>
              </a:rPr>
              <a:t>(Tentative Title — to be finalized at submission)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A020"/>
                </a:solidFill>
              </a:rPr>
              <a:t>Domain: Artificial Intelligence &amp; Machine Learning with Web Development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7980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77AA"/>
                </a:solidFill>
              </a:rPr>
              <a:t>CE0727 — Software Group Project-I  •  Semester VII  •  B.Tech (CE/CS/IT)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42432" y="329184"/>
            <a:ext cx="3090672" cy="3273552"/>
          </a:xfrm>
          <a:prstGeom prst="rect">
            <a:avLst/>
          </a:prstGeom>
          <a:solidFill>
            <a:srgbClr val="162540"/>
          </a:solidFill>
          <a:ln w="12700">
            <a:solidFill>
              <a:srgbClr val="2356A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25312" y="4206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8A020"/>
                </a:solidFill>
              </a:rPr>
              <a:t>PROJECT TEAM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0" y="758952"/>
            <a:ext cx="384048" cy="384048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758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28232" y="7589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Nihal Jain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9875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99BB"/>
                </a:solidFill>
              </a:rPr>
              <a:t>Roll No: IU2341230543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43600" y="1261872"/>
            <a:ext cx="2743200" cy="914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563624"/>
            <a:ext cx="384048" cy="384048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28232" y="15636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Tanay Jain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28232" y="17922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99BB"/>
                </a:solidFill>
              </a:rPr>
              <a:t>Roll No: IU2341230541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0" y="2066544"/>
            <a:ext cx="2743200" cy="9144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368296"/>
            <a:ext cx="384048" cy="384048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28232" y="23682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Hikash Kumar Maheshwari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28232" y="2596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99BB"/>
                </a:solidFill>
              </a:rPr>
              <a:t>Roll No: IU2341230522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42432" y="3712464"/>
            <a:ext cx="3090672" cy="78638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25312" y="3749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A2E4A"/>
                </a:solidFill>
              </a:rPr>
              <a:t>PROJECT GUIDE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943600" y="3986784"/>
            <a:ext cx="347472" cy="347472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40050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Prof. Anjali Chopra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4773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77AA"/>
                </a:solidFill>
              </a:rPr>
              <a:t>Indus Institute of Technology &amp; Engineering  •  Indus University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"/>
            <a:ext cx="42062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Project Team &amp; Guide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StockSense — AI-Powered Inventory Shortage Predictor for Small Businesses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00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StockSense  —  AI-Powered Inventory Shortage Predictor for Small Businesses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92240" y="48600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CE0727 — Software Group Project-I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" y="804672"/>
            <a:ext cx="267004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44168" y="950976"/>
            <a:ext cx="749808" cy="749808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4168" y="9509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" y="18105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</a:rPr>
              <a:t>Nihal Jain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0976" y="2176272"/>
            <a:ext cx="1536192" cy="3200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2494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Roll No: IU2341230543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25237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B.Tech (CSE)  •  Semester VII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76148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IITE, Indus University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73552" y="804672"/>
            <a:ext cx="267004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33672" y="950976"/>
            <a:ext cx="749808" cy="749808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33672" y="9509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64992" y="18105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</a:rPr>
              <a:t>Tanay Jain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0" y="2176272"/>
            <a:ext cx="1536192" cy="3200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22494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Roll No: IU2341230541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64992" y="25237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B.Tech (CSE)  •  Semester VII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64992" y="276148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IITE, Indus University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63056" y="804672"/>
            <a:ext cx="2670048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23176" y="950976"/>
            <a:ext cx="749808" cy="749808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23176" y="9509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254496" y="181051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3E50"/>
                </a:solidFill>
              </a:rPr>
              <a:t>Hikash Kumar Maheshwari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9984" y="2176272"/>
            <a:ext cx="1536192" cy="3200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22494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Roll No: IU2341230522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54496" y="252374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99AA"/>
                </a:solidFill>
              </a:rPr>
              <a:t>B.Tech (CSE)  •  Semester VII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54496" y="276148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IITE, Indus University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664208" y="3547872"/>
            <a:ext cx="5815584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938528" y="3675888"/>
            <a:ext cx="658368" cy="65836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38528" y="3675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</a:rPr>
              <a:t>A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743200" y="37124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A020"/>
                </a:solidFill>
              </a:rPr>
              <a:t>Project Guide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0" y="39867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Prof. Anjali Chopra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743200" y="43525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Department of Computer Science &amp; Engineering  •  IITE, Indus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"/>
            <a:ext cx="42062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Why small businesses are losing money every day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00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StockSense  —  AI-Powered Inventory Shortage Predictor for Small Businesses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92240" y="48600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CE0727 — Software Group Project-I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822960"/>
            <a:ext cx="534924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932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2416" y="896112"/>
            <a:ext cx="4590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Small businesses manage inventory manually — notebooks, Excel sheets, or pure guesswork — with zero real-time visibility.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534924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1810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42416" y="1773936"/>
            <a:ext cx="4590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Sudden stockouts lead to lost sales, unhappy customers, reduced trust, and missed revenue opportunities.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578608"/>
            <a:ext cx="534924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2416" y="2651760"/>
            <a:ext cx="4590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Overstocking ties up limited working capital and valuable storage space, reducing overall profitability.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5349240" cy="74980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42416" y="3529584"/>
            <a:ext cx="45902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</a:rPr>
              <a:t>Affordable, intelligent forecasting tools simply do not exist for small retailers — enterprise tools cost lakhs per year.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61888" y="804672"/>
            <a:ext cx="2871216" cy="1426464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08192" y="877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08192" y="11338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~40%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108192" y="18105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of small retailers lose sales to stockouts every month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61888" y="2359152"/>
            <a:ext cx="2871216" cy="804672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08192" y="2432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₹2–5 Lakh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08192" y="27249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estimated annual loss per small retailer from poor inventory management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61888" y="3273552"/>
            <a:ext cx="2871216" cy="786384"/>
          </a:xfrm>
          <a:prstGeom prst="rect">
            <a:avLst/>
          </a:prstGeom>
          <a:solidFill>
            <a:srgbClr val="FFF4E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08192" y="3346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63% of SMBs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08192" y="3621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in India still rely on manual or paper-based stock tracking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"/>
            <a:ext cx="42062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Project Objectives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What StockSense is designed to achieve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00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StockSense  —  AI-Powered Inventory Shortage Predictor for Small Businesses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92240" y="48600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CE0727 — Software Group Project-I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" y="786384"/>
            <a:ext cx="4187952" cy="1719072"/>
          </a:xfrm>
          <a:prstGeom prst="rect">
            <a:avLst/>
          </a:prstGeom>
          <a:solidFill>
            <a:srgbClr val="E8F0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932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93268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Predict Shortages Early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1371600"/>
            <a:ext cx="3840480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463040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Apply time-series forecasting (Prophet/ARIMA) on historical sales &amp; stock CSV data to predict which items will run out in the next 7, 14, or 30 days — well before it impacts the business.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36592" y="786384"/>
            <a:ext cx="4187952" cy="1719072"/>
          </a:xfrm>
          <a:prstGeom prst="rect">
            <a:avLst/>
          </a:prstGeom>
          <a:solidFill>
            <a:srgbClr val="FDF6E3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01184" y="932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41264" y="932688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Smart, Data-Driven Insights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01184" y="1371600"/>
            <a:ext cx="3840480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1463040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Automatically detect seasonal demand patterns, festive spikes, and slow-moving items specific to each business — giving owners intelligence they never had before.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2670048"/>
            <a:ext cx="4187952" cy="1719072"/>
          </a:xfrm>
          <a:prstGeom prst="rect">
            <a:avLst/>
          </a:prstGeom>
          <a:solidFill>
            <a:srgbClr val="E8F8F0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88720" y="281635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Automated Restock Alerts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255264"/>
            <a:ext cx="3840480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346704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Send timely email alerts with predicted shortage dates, recommended reorder quantities, and suggested supplier contact — so owners act before stock runs out.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36592" y="2670048"/>
            <a:ext cx="4187952" cy="1719072"/>
          </a:xfrm>
          <a:prstGeom prst="rect">
            <a:avLst/>
          </a:prstGeom>
          <a:solidFill>
            <a:srgbClr val="F3EE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01184" y="2816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41264" y="2816352"/>
            <a:ext cx="3273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Accessible Web Dashboard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01184" y="3255264"/>
            <a:ext cx="3840480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3346704"/>
            <a:ext cx="38953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Deliver a simple, mobile-friendly React dashboard with visual charts — no technical expertise required. Built for a shopkeeper, not a data scientist.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"/>
            <a:ext cx="42062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Proposed Solution — How It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End-to-end flow from raw data to actionable alerts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00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StockSense  —  AI-Powered Inventory Shortage Predictor for Small Businesses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92240" y="48600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CE0727 — Software Group Project-I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9184" y="786384"/>
            <a:ext cx="1591056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5256" y="914400"/>
            <a:ext cx="438912" cy="438912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" y="144475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Upload Sales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Stock 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20240" y="1609344"/>
            <a:ext cx="109728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29968" y="786384"/>
            <a:ext cx="1591056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06040" y="914400"/>
            <a:ext cx="438912" cy="43891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4884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03120" y="144475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Data Processing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&amp; Cleaning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21024" y="1609344"/>
            <a:ext cx="109728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786384"/>
            <a:ext cx="1591056" cy="1554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06824" y="914400"/>
            <a:ext cx="438912" cy="43891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06824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4A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9624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03904" y="144475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</a:rPr>
              <a:t>ML Forecasting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E4A"/>
                </a:solidFill>
              </a:rPr>
              <a:t>Model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21808" y="1609344"/>
            <a:ext cx="109728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31536" y="786384"/>
            <a:ext cx="1591056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07608" y="914400"/>
            <a:ext cx="438912" cy="43891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07608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50408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04688" y="144475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Shortage Alerts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&amp; Emails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22592" y="1609344"/>
            <a:ext cx="109728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786384"/>
            <a:ext cx="1591056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708392" y="914400"/>
            <a:ext cx="438912" cy="43891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08392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51192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05472" y="1444752"/>
            <a:ext cx="1444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Web 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C3E50"/>
                </a:solidFill>
              </a:rPr>
              <a:t>Visualisation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" y="2487168"/>
            <a:ext cx="159105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20624" y="2560320"/>
            <a:ext cx="14081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C3E50"/>
                </a:solidFill>
              </a:rPr>
              <a:t>Business owner uploads weekly CSV with product names, quantities sold, and current stock levels.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029968" y="2487168"/>
            <a:ext cx="159105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21408" y="2560320"/>
            <a:ext cx="14081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C3E50"/>
                </a:solidFill>
              </a:rPr>
              <a:t>Pandas cleans and normalises the data, handles missing values, and engineers time-based features.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3730752" y="2487168"/>
            <a:ext cx="159105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822192" y="2560320"/>
            <a:ext cx="14081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C3E50"/>
                </a:solidFill>
              </a:rPr>
              <a:t>Prophet/ARIMA model predicts demand for next 7–30 days and flags items approaching zero stock.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431536" y="2487168"/>
            <a:ext cx="159105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522976" y="2560320"/>
            <a:ext cx="14081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C3E50"/>
                </a:solidFill>
              </a:rPr>
              <a:t>Automated SMTP email sent with shortage date, item name, reorder quantity, and severity level.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7132320" y="2487168"/>
            <a:ext cx="1591056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223760" y="2560320"/>
            <a:ext cx="14081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C3E50"/>
                </a:solidFill>
              </a:rPr>
              <a:t>React dashboard shows inventory health, forecast charts, and historical trend for every product.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"/>
            <a:ext cx="42062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Tools, frameworks, and libraries powering StockSense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00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StockSense  —  AI-Powered Inventory Shortage Predictor for Small Businesses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92240" y="48600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CE0727 — Software Group Project-I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749808"/>
            <a:ext cx="2798064" cy="1627632"/>
          </a:xfrm>
          <a:prstGeom prst="rect">
            <a:avLst/>
          </a:prstGeom>
          <a:solidFill>
            <a:srgbClr val="E8F0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877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2416" y="877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1152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Python · Prophet · ARIMA · Scikit-learn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" y="1408176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481328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Time-series demand forecasting using Facebook Prophet for trend + seasonality detection. ARIMA as fallback. Scikit-learn for feature preprocessing and model evaluation.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36976" y="749808"/>
            <a:ext cx="2798064" cy="1627632"/>
          </a:xfrm>
          <a:prstGeom prst="rect">
            <a:avLst/>
          </a:prstGeom>
          <a:solidFill>
            <a:srgbClr val="FDF6E3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64992" y="877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931920" y="877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Data 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31920" y="1152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Pandas · NumPy · CSV Parsing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364992" y="1408176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1481328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Ingests raw sales/stock CSV uploads, handles missing values, normalises units, and engineers rolling averages, lag features, and stock velocity metrics.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26480" y="749808"/>
            <a:ext cx="2798064" cy="1627632"/>
          </a:xfrm>
          <a:prstGeom prst="rect">
            <a:avLst/>
          </a:prstGeom>
          <a:solidFill>
            <a:srgbClr val="E8F8F0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54496" y="877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21424" y="877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Backend /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21424" y="1152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FastAPI · Python · REST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54496" y="1408176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1481328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Lightweight FastAPI server exposes REST endpoints for CSV upload, prediction retrieval, and alert triggering. Fully async with automatic OpenAPI docs.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2542032"/>
            <a:ext cx="2798064" cy="1627632"/>
          </a:xfrm>
          <a:prstGeom prst="rect">
            <a:avLst/>
          </a:prstGeom>
          <a:solidFill>
            <a:srgbClr val="F3EE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42416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Database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2416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MongoDB · Atlas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" y="3200400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27355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Stores business profiles, historical upload records, product master data, prediction logs, and alert history. Schema-flexible for diverse retail formats.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36976" y="2542032"/>
            <a:ext cx="2798064" cy="1627632"/>
          </a:xfrm>
          <a:prstGeom prst="rect">
            <a:avLst/>
          </a:prstGeom>
          <a:solidFill>
            <a:srgbClr val="FEF0F0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64992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931920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Frontend / Dashboard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31920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React · Tailwind CSS · Chart.js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64992" y="3200400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64992" y="327355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Responsive single-page app with drag-and-drop CSV upload, product-wise inventory health cards, Chart.js line/bar charts for forecast visualisation, and alert status panel.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26480" y="2542032"/>
            <a:ext cx="2798064" cy="1627632"/>
          </a:xfrm>
          <a:prstGeom prst="rect">
            <a:avLst/>
          </a:prstGeom>
          <a:solidFill>
            <a:srgbClr val="E8F8F8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254496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821424" y="2670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Alert System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21424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</a:rPr>
              <a:t>SMTP · smtplib · Email Automation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254496" y="3200400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3273552"/>
            <a:ext cx="25420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Automated email alerts triggered when predicted stock hits threshold. Emails include product name, predicted stockout date, suggested reorder quantity, and severity badge.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"/>
            <a:ext cx="42062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Architecture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High-level design of the StockSense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00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StockSense  —  AI-Powered Inventory Shortage Predictor for Small Businesses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92240" y="48600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CE0727 — Software Group Project-I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768096"/>
            <a:ext cx="2816352" cy="402336"/>
          </a:xfrm>
          <a:prstGeom prst="rect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7680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1170432"/>
            <a:ext cx="2816352" cy="2798064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1335024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24358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React + Tailwind CSS SPA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" y="1591056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1755648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166420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Drag &amp; drop CSV upload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" y="2011680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176272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08483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Inventory health dashboard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" y="2432304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" y="2596896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50545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Chart.js forecast graphs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" y="2852928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" y="3017520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292608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Mobile responsive UI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" y="3273552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" y="3438144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34670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Alert status panel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768096"/>
            <a:ext cx="2816352" cy="40233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7680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Layer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1170432"/>
            <a:ext cx="2816352" cy="2798064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29000" y="1335024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124358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FastAPI REST endpoints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29000" y="1591056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29000" y="1755648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75888" y="166420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CSV parser &amp; validator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29000" y="2011680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29000" y="2176272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75888" y="208483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Business logic engine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29000" y="2432304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29000" y="2596896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250545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MongoDB data access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29000" y="2852928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29000" y="3017520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292608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Email alert dispatcher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29000" y="3273552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29000" y="3438144"/>
            <a:ext cx="164592" cy="164592"/>
          </a:xfrm>
          <a:prstGeom prst="ellipse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334670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Auto OpenAPI docs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36208" y="768096"/>
            <a:ext cx="2816352" cy="4023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768096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AI / ML Layer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36208" y="1170432"/>
            <a:ext cx="2816352" cy="2798064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73368" y="1335024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20256" y="124358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Pandas data preprocessing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73368" y="1591056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73368" y="1755648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0256" y="166420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Feature engineering pipeline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73368" y="2011680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73368" y="2176272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20256" y="208483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Prophet demand forecaster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73368" y="2432304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73368" y="2596896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20256" y="250545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ARIMA fallback model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73368" y="2852928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73368" y="3017520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20256" y="292608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Threshold-based alert logic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373368" y="3273552"/>
            <a:ext cx="24688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73368" y="3438144"/>
            <a:ext cx="164592" cy="16459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0256" y="334670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</a:rPr>
              <a:t>Prediction confidence scoring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163824" y="2395728"/>
            <a:ext cx="201168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08192" y="2395728"/>
            <a:ext cx="201168" cy="5486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7472" y="4059936"/>
            <a:ext cx="8449056" cy="53035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12064" y="4114800"/>
            <a:ext cx="8119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🗄️  Shared Data Layer — MongoDB (Business profiles · Upload history · Predictions · Alert logs)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"/>
            <a:ext cx="42062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Key Features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What makes StockSense different from a spreadsheet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00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StockSense  —  AI-Powered Inventory Shortage Predictor for Small Businesses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92240" y="48600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CE0727 — Software Group Project-I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749808"/>
            <a:ext cx="2798064" cy="1627632"/>
          </a:xfrm>
          <a:prstGeom prst="rect">
            <a:avLst/>
          </a:prstGeom>
          <a:solidFill>
            <a:srgbClr val="E8F0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877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2416" y="87782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</a:rPr>
              <a:t>CSV Upload &amp; Auto-Parse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1408176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4813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Owners upload any standard sales/stock CSV — no fixed template. The system auto-detects columns, cleans data, and maps product names and quantities automatically.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36976" y="749808"/>
            <a:ext cx="2798064" cy="1627632"/>
          </a:xfrm>
          <a:prstGeom prst="rect">
            <a:avLst/>
          </a:prstGeom>
          <a:solidFill>
            <a:srgbClr val="E8F8F0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64992" y="877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931920" y="87782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</a:rPr>
              <a:t>AI Demand Forecasting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64992" y="1408176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4813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Facebook Prophet model captures weekly seasonality, festive spikes (Diwali, New Year), and long-term growth trends. Predicts demand 7, 14, and 30 days ahead per product.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749808"/>
            <a:ext cx="2798064" cy="1627632"/>
          </a:xfrm>
          <a:prstGeom prst="rect">
            <a:avLst/>
          </a:prstGeom>
          <a:solidFill>
            <a:srgbClr val="FEF0F0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54496" y="877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21424" y="87782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</a:rPr>
              <a:t>Shortage Risk Scoring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54496" y="1408176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1481328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Each product gets a live risk score: Safe / Watch / Critical / Out of Stock. Colour-coded cards on the dashboard make it instantly obvious what needs attention today.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2542032"/>
            <a:ext cx="2798064" cy="1627632"/>
          </a:xfrm>
          <a:prstGeom prst="rect">
            <a:avLst/>
          </a:prstGeom>
          <a:solidFill>
            <a:srgbClr val="FDF6E3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42416" y="267004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</a:rPr>
              <a:t>Auto Email Alerts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" y="3200400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273552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When a product crosses the critical threshold, an email fires automatically with the product name, predicted stockout date, recommended order quantity, and supplier contact field.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36976" y="2542032"/>
            <a:ext cx="2798064" cy="1627632"/>
          </a:xfrm>
          <a:prstGeom prst="rect">
            <a:avLst/>
          </a:prstGeom>
          <a:solidFill>
            <a:srgbClr val="F3EEFB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64992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931920" y="267004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</a:rPr>
              <a:t>Visual Forecast Charts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64992" y="3200400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3273552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Interactive Chart.js line charts show historical sales vs AI-predicted demand side by side. Business owners see exactly why the system flagged an item as at-risk.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26480" y="2542032"/>
            <a:ext cx="2798064" cy="1627632"/>
          </a:xfrm>
          <a:prstGeom prst="rect">
            <a:avLst/>
          </a:prstGeom>
          <a:solidFill>
            <a:srgbClr val="E8F8F8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54496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821424" y="267004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</a:rPr>
              <a:t>Mobile-Friendly Dashboard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54496" y="3200400"/>
            <a:ext cx="2542032" cy="18288"/>
          </a:xfrm>
          <a:prstGeom prst="rect">
            <a:avLst/>
          </a:prstGeom>
          <a:solidFill>
            <a:srgbClr val="DDEEFF"/>
          </a:solidFill>
          <a:ln w="12700">
            <a:solidFill>
              <a:srgbClr val="DDEE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3273552"/>
            <a:ext cx="25420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C3E50"/>
                </a:solidFill>
              </a:rPr>
              <a:t>Fully responsive React + Tailwind UI works on any device — phone, tablet, or desktop. A shopkeeper can check inventory health on their phone during the day.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"/>
            <a:ext cx="42062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Expected Outcomes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Measurable impact StockSense aims to deliver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00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StockSense  —  AI-Powered Inventory Shortage Predictor for Small Businesses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92240" y="48600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CE0727 — Software Group Project-I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786384"/>
            <a:ext cx="2048256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786384"/>
            <a:ext cx="2048256" cy="84124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786384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8912" y="170078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Fewer Stockouts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" y="2103120"/>
            <a:ext cx="950976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212848"/>
            <a:ext cx="18653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Early 7–30 day warnings give owners enough lead time to reorder. Target: reduce stockout incidents by 60% within 3 months of adoption.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42032" y="786384"/>
            <a:ext cx="2048256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42032" y="786384"/>
            <a:ext cx="2048256" cy="841248"/>
          </a:xfrm>
          <a:prstGeom prst="rect">
            <a:avLst/>
          </a:prstGeom>
          <a:solidFill>
            <a:srgbClr val="2356A0"/>
          </a:solidFill>
          <a:ln w="12700">
            <a:solidFill>
              <a:srgbClr val="23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786384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633472" y="170078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Better Cash Flow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90672" y="2103120"/>
            <a:ext cx="950976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2212848"/>
            <a:ext cx="18653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By ordering closer to actual demand instead of guessing, owners free up working capital locked in excess inventory. Target: 25–35% reduction in overstock.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36592" y="786384"/>
            <a:ext cx="2048256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786384"/>
            <a:ext cx="2048256" cy="8412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786384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828032" y="170078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Proactive Decisions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85232" y="2103120"/>
            <a:ext cx="950976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212848"/>
            <a:ext cx="18653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Owners shift from reactive (noticing shortage after the fact) to proactive (acting on AI forecasts). Eliminates last-minute panic buying at premium prices.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31152" y="786384"/>
            <a:ext cx="2048256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31152" y="786384"/>
            <a:ext cx="2048256" cy="8412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786384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022592" y="1700784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Visible Business Insights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79792" y="2103120"/>
            <a:ext cx="950976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2212848"/>
            <a:ext cx="18653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First time small retailers see clear charts of their own demand trends, seasonal patterns, and best-selling products — insights only big retailers had before.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"/>
            <a:ext cx="42062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Literature Survey &amp; Research Basis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Existing work and research that supports StockSense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00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StockSense  —  AI-Powered Inventory Shortage Predictor for Small Businesses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92240" y="48600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CE0727 — Software Group Project-I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786384"/>
            <a:ext cx="8449056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786384"/>
            <a:ext cx="530352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786384"/>
            <a:ext cx="530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9264" y="877824"/>
            <a:ext cx="1207008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877824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E4A"/>
                </a:solidFill>
              </a:rPr>
              <a:t>AI/ML Forecasting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69264" y="11338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Demand Forecasting in SMEs Using ML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877824"/>
            <a:ext cx="18288" cy="6400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42816" y="877824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Key Finding: Studies show Prophet and ARIMA outperform traditional methods for short-horizon retail forecasting, especially with seasonal data.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1719072"/>
            <a:ext cx="84490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1719072"/>
            <a:ext cx="530352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719072"/>
            <a:ext cx="530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9264" y="1810512"/>
            <a:ext cx="1207008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181051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E4A"/>
                </a:solidFill>
              </a:rPr>
              <a:t>Indian Retail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69264" y="2066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Inventory Management Challenges in India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1810512"/>
            <a:ext cx="18288" cy="6400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42816" y="1810512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Key Finding: 63% of Indian SMBs use manual tracking; digital inventory tools reduce stockout frequency by up to 55% in controlled studies.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2651760"/>
            <a:ext cx="8449056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2651760"/>
            <a:ext cx="530352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651760"/>
            <a:ext cx="530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69264" y="2743200"/>
            <a:ext cx="1207008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2743200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E4A"/>
                </a:solidFill>
              </a:rPr>
              <a:t>Core Algorithm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69264" y="2999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Time-Series Forecasting with Prophet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0" y="2743200"/>
            <a:ext cx="18288" cy="6400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42816" y="2743200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Key Finding: Taylor &amp; Letham (2018) — Prophet handles missing data, outliers, and multiple seasonality patterns with minimal configuration, ideal for retail.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" y="3584448"/>
            <a:ext cx="844905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" y="3584448"/>
            <a:ext cx="530352" cy="822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584448"/>
            <a:ext cx="530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69264" y="3675888"/>
            <a:ext cx="1207008" cy="21945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9264" y="367588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2E4A"/>
                </a:solidFill>
              </a:rPr>
              <a:t>Alert Systems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69264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</a:rPr>
              <a:t>Alert-Driven Supply Chain Systems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0" y="3675888"/>
            <a:ext cx="18288" cy="6400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42816" y="367588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</a:rPr>
              <a:t>Key Finding: Proactive alert systems integrated with forecasting models reduce emergency procurement costs by 30–40% in small retail settings.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00584"/>
            <a:ext cx="420624" cy="42062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</a:rPr>
              <a:t>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822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Tentative Project Timeline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6576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BCC"/>
                </a:solidFill>
              </a:rPr>
              <a:t>14-week execution plan for StockSense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603504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6003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StockSense  —  AI-Powered Inventory Shortage Predictor for Small Businesses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92240" y="48600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899AA"/>
                </a:solidFill>
              </a:rPr>
              <a:t>CE0727 — Software Group Project-I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40080" y="2615184"/>
            <a:ext cx="786384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" y="2395728"/>
            <a:ext cx="438912" cy="438912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-310896" y="768096"/>
            <a:ext cx="1993392" cy="148132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-201168" y="8229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6A0"/>
                </a:solidFill>
              </a:rPr>
              <a:t>Wk 1–2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-201168" y="10424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</a:rPr>
              <a:t>Requirement Study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-201168" y="1335024"/>
            <a:ext cx="1810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Literature review, dataset identification, SRS document, problem scoping, technology finalization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2249424"/>
            <a:ext cx="36576" cy="14630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86584" y="2395728"/>
            <a:ext cx="438912" cy="438912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86584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655064" y="2962656"/>
            <a:ext cx="1993392" cy="148132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764792" y="301752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6A0"/>
                </a:solidFill>
              </a:rPr>
              <a:t>Wk 3–4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64792" y="32369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</a:rPr>
              <a:t>Data Preparation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64792" y="3529584"/>
            <a:ext cx="1810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Sales data collection, CSV schema design, preprocessing pipeline, feature engineering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06040" y="2834640"/>
            <a:ext cx="36576" cy="12801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52544" y="2395728"/>
            <a:ext cx="438912" cy="43891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21024" y="768096"/>
            <a:ext cx="1993392" cy="14813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30752" y="8229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E4A"/>
                </a:solidFill>
              </a:rPr>
              <a:t>Wk 5–7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730752" y="10424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</a:rPr>
              <a:t>Model Development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30752" y="1335024"/>
            <a:ext cx="1810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E4A"/>
                </a:solidFill>
              </a:rPr>
              <a:t>Prophet/ARIMA model training, accuracy testing, threshold calibration, alert logic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249424"/>
            <a:ext cx="36576" cy="14630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18504" y="2395728"/>
            <a:ext cx="438912" cy="438912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8504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586984" y="2962656"/>
            <a:ext cx="1993392" cy="148132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96712" y="301752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6A0"/>
                </a:solidFill>
              </a:rPr>
              <a:t>Wk 8–10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696712" y="323697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</a:rPr>
              <a:t>Web Integration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96712" y="3529584"/>
            <a:ext cx="1810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React dashboard, FastAPI endpoints, MongoDB integration, email alert system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537960" y="2834640"/>
            <a:ext cx="36576" cy="12801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84464" y="2395728"/>
            <a:ext cx="438912" cy="438912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84464" y="2395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552944" y="768096"/>
            <a:ext cx="1993392" cy="1481328"/>
          </a:xfrm>
          <a:prstGeom prst="rect">
            <a:avLst/>
          </a:prstGeom>
          <a:solidFill>
            <a:srgbClr val="F4F6F9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50800" dist="25400" dir="2700000">
              <a:srgbClr val="CCCCCC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662672" y="82296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56A0"/>
                </a:solidFill>
              </a:rPr>
              <a:t>Wk 11–14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62672" y="104241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</a:rPr>
              <a:t>Testing &amp; Presentation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62672" y="1335024"/>
            <a:ext cx="1810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End-to-end testing, user feedback, report writing, PPT preparation, live demo rehearsal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503920" y="2249424"/>
            <a:ext cx="36576" cy="146304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291840"/>
            <a:ext cx="2926080" cy="2926080"/>
          </a:xfrm>
          <a:prstGeom prst="ellipse">
            <a:avLst/>
          </a:prstGeom>
          <a:solidFill>
            <a:srgbClr val="162540">
              <a:alpha val="65000"/>
            </a:srgbClr>
          </a:solidFill>
          <a:ln w="12700">
            <a:solidFill>
              <a:srgbClr val="16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548640"/>
            <a:ext cx="2194560" cy="2194560"/>
          </a:xfrm>
          <a:prstGeom prst="ellipse">
            <a:avLst/>
          </a:prstGeom>
          <a:solidFill>
            <a:srgbClr val="162540">
              <a:alpha val="60000"/>
            </a:srgbClr>
          </a:solidFill>
          <a:ln w="12700">
            <a:solidFill>
              <a:srgbClr val="16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658368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📦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1609344"/>
            <a:ext cx="6400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Thank You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401568" y="2523744"/>
            <a:ext cx="2340864" cy="502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6517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ABBCC"/>
                </a:solidFill>
              </a:rPr>
              <a:t>StockSense  —  AI-Powered Inventory Shortage Predictor for Small Businesses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2186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799BB"/>
                </a:solidFill>
              </a:rPr>
              <a:t>Nihal Jain (IU2341230543)   •   Tanay Jain (IU2341230541)   •   Hikash Kumar Maheshwari (IU2341230522)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35295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020"/>
                </a:solidFill>
              </a:rPr>
              <a:t>Project Guide: Prof. Anjali Chopra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82219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77AA"/>
                </a:solidFill>
              </a:rPr>
              <a:t>CE0727 — Software Group Project-I  •  Semester VII  •  B.Tech (CE/CS/IT)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45566"/>
                </a:solidFill>
              </a:rPr>
              <a:t>Indus Institute of Technology &amp; Engineering  •  Indus University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2026-07-10T06:21:36Z</dcterms:created>
  <dcterms:modified xsi:type="dcterms:W3CDTF">2026-07-10T06:21:36Z</dcterms:modified>
</cp:coreProperties>
</file>